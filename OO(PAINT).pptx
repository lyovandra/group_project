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FD675-E074-49A2-86AA-9079D0A401AD}" v="56" dt="2026-05-11T19:13:50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4B20E3-E982-940E-17D0-A663115EF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522E0D-DF11-E4B7-EE7C-3F96381A8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6F89-FEBF-E12C-67E9-9234B96D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1C88C33-4355-D9C4-9809-8A3DC6E4D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2865" y="7219199"/>
            <a:ext cx="6096000" cy="342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F95361-2A52-6024-8EE4-09CE2B2C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6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6150E6-9789-7E22-6A51-A63E94FB0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 flipH="1" flipV="1">
            <a:off x="-16485952" y="7044634"/>
            <a:ext cx="12191980" cy="6856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45971-6694-8ED4-7B1A-D3904981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0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8A3D40E-EC02-CA2B-CBA1-3DA61DA26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8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etal vault door with a wheel&#10;&#10;AI-generated content may be incorrect.">
            <a:extLst>
              <a:ext uri="{FF2B5EF4-FFF2-40B4-BE49-F238E27FC236}">
                <a16:creationId xmlns:a16="http://schemas.microsoft.com/office/drawing/2014/main" id="{FA000A16-6ECA-254B-3DF9-3FD4491F2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2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ar&#10;&#10;AI-generated content may be incorrect.">
            <a:extLst>
              <a:ext uri="{FF2B5EF4-FFF2-40B4-BE49-F238E27FC236}">
                <a16:creationId xmlns:a16="http://schemas.microsoft.com/office/drawing/2014/main" id="{25057A15-4A2F-B358-ED7A-0543E7E1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4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D0DFBD-6959-150D-7259-9A34E26C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7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B633A5-DC4E-E1B8-FB62-A828EB2D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48" b="-148"/>
          <a:stretch>
            <a:fillRect/>
          </a:stretch>
        </p:blipFill>
        <p:spPr>
          <a:xfrm>
            <a:off x="0" y="236839"/>
            <a:ext cx="12192000" cy="66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0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7CDA20C-C230-F6E6-A5BC-FE65D471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92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created xsi:type="dcterms:W3CDTF">2026-05-11T19:06:55Z</dcterms:created>
  <dcterms:modified xsi:type="dcterms:W3CDTF">2026-05-11T19:14:24Z</dcterms:modified>
</cp:coreProperties>
</file>